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FF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02A-6C43-9370-62731A33E6B7}"/>
              </c:ext>
            </c:extLst>
          </c:dPt>
          <c:dPt>
            <c:idx val="1"/>
            <c:bubble3D val="0"/>
            <c:spPr>
              <a:solidFill>
                <a:srgbClr val="0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2A-6C43-9370-62731A33E6B7}"/>
              </c:ext>
            </c:extLst>
          </c:dPt>
          <c:dPt>
            <c:idx val="2"/>
            <c:bubble3D val="0"/>
            <c:spPr>
              <a:solidFill>
                <a:srgbClr val="666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2A-6C43-9370-62731A33E6B7}"/>
              </c:ext>
            </c:extLst>
          </c:dPt>
          <c:dPt>
            <c:idx val="3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2A-6C43-9370-62731A33E6B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02A-6C43-9370-62731A33E6B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02A-6C43-9370-62731A33E6B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02A-6C43-9370-62731A33E6B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1111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02A-6C43-9370-62731A33E6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Product &amp; Engineering</c:v>
                </c:pt>
                <c:pt idx="1">
                  <c:v>Go-to-Market</c:v>
                </c:pt>
                <c:pt idx="2">
                  <c:v>Operations</c:v>
                </c:pt>
                <c:pt idx="3">
                  <c:v>Reserve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02A-6C43-9370-62731A33E6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75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/>
          </a:solidFill>
          <a:ln w="38100">
            <a:solidFill>
              <a:srgbClr val="C8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800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FOR ONE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371600" cy="54864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Network for Athletes, Coaches &amp; Scouts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520440"/>
            <a:ext cx="2286000" cy="4572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Sports Talent Ecosystem is Broken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231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2423160" cy="4572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 Are Invisible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talented grassroots athletes have no platform to showcase skills, upload highlights, or get discovered beyond their local community.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828800"/>
            <a:ext cx="24231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1828800"/>
            <a:ext cx="2423160" cy="4572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6517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Scouts Can't Find Talent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3063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and scouts rely on word-of-mouth, WhatsApp groups, and physical attendance at events. No centralized data exists.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4231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1"/>
          <p:cNvSpPr/>
          <p:nvPr/>
        </p:nvSpPr>
        <p:spPr>
          <a:xfrm>
            <a:off x="6126480" y="1828800"/>
            <a:ext cx="2423160" cy="4572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488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6517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Ecosystem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3063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Tournaments, stats, rankings, and athlete profiles live in disconnected spreadsheets and group chats. No single source of truth.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FF00"/>
                </a:solidFill>
              </a:rPr>
              <a:t>400M+</a:t>
            </a:r>
            <a:r>
              <a:rPr lang="en-US" sz="1200" dirty="0">
                <a:solidFill>
                  <a:srgbClr val="999999"/>
                </a:solidFill>
              </a:rPr>
              <a:t>  young Indians participate in sports with near-zero digital infrastructure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For One connects the entire sports ecosystem on one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874520"/>
            <a:ext cx="640080" cy="640080"/>
          </a:xfrm>
          <a:prstGeom prst="ellipse">
            <a:avLst/>
          </a:prstGeom>
          <a:solidFill>
            <a:srgbClr val="C8F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011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profiles, upload highlights, join teams, compete in tournaments, track rankings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88920" y="16459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874520"/>
            <a:ext cx="640080" cy="640080"/>
          </a:xfrm>
          <a:prstGeom prst="ellipse">
            <a:avLst/>
          </a:prstGeom>
          <a:solidFill>
            <a:srgbClr val="C8F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0116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2608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talent, manage teams, organize tournaments, post announcements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846320" y="16459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40680" y="1874520"/>
            <a:ext cx="640080" cy="640080"/>
          </a:xfrm>
          <a:prstGeom prst="ellipse">
            <a:avLst/>
          </a:prstGeom>
          <a:solidFill>
            <a:srgbClr val="C8F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0116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834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8348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athletes by sport, stats &amp; region. Build prospect lists. Connect directly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03720" y="1645920"/>
            <a:ext cx="1828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0" y="1874520"/>
            <a:ext cx="640080" cy="640080"/>
          </a:xfrm>
          <a:prstGeom prst="ellipse">
            <a:avLst/>
          </a:prstGeom>
          <a:solidFill>
            <a:srgbClr val="C8F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20116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651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0" y="3017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events, register teams, track match stats, auto-calculate rankings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sport. Athletes  →  Coaches  →  Scouts  →  Tournaments  →  Rankings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Full-Stack Sports Platform — Built &amp;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" cy="137160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Network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148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Follow, connect, post updates, share highlights — LinkedIn meets Instagram for athletes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1554480"/>
            <a:ext cx="45720" cy="137160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373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Reels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03320" y="2148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performance videos tagged by tournament and sport. Scouts watch &amp; discover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0" y="1554480"/>
            <a:ext cx="45720" cy="137160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73736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6916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Engine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21488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tournaments, register teams, track matches with sport-specific live stats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1520" y="315468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3154680"/>
            <a:ext cx="45720" cy="137160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33756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Rankings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60120" y="3749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player rankings from match stats using sport-specific weighted algorithms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474720" y="315468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19"/>
          <p:cNvSpPr/>
          <p:nvPr/>
        </p:nvSpPr>
        <p:spPr>
          <a:xfrm>
            <a:off x="3474720" y="3154680"/>
            <a:ext cx="45720" cy="137160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3375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1480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703320" y="3749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teams, manage rosters with captain roles, register for tournaments together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217920" y="3154680"/>
            <a:ext cx="246888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3"/>
          <p:cNvSpPr/>
          <p:nvPr/>
        </p:nvSpPr>
        <p:spPr>
          <a:xfrm>
            <a:off x="6217920" y="3154680"/>
            <a:ext cx="45720" cy="137160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33756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46520" y="37490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+ native iOS &amp; Android via Capacitor. Real-time messaging &amp; push notifications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Massive, Underserved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926080" cy="2926080"/>
          </a:xfrm>
          <a:prstGeom prst="ellipse">
            <a:avLst/>
          </a:prstGeom>
          <a:solidFill>
            <a:srgbClr val="C8FF00">
              <a:alpha val="20000"/>
            </a:srgbClr>
          </a:solidFill>
          <a:ln w="31750">
            <a:solidFill>
              <a:srgbClr val="A3CC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</a:rPr>
              <a:t>$130B</a:t>
            </a:r>
            <a:endParaRPr lang="en-US" sz="3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</a:rPr>
              <a:t>TAM</a:t>
            </a:r>
            <a:endParaRPr lang="en-US" sz="3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India's sports market</a:t>
            </a:r>
            <a:endParaRPr lang="en-US" sz="3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by 2030 (Deloitte)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931920" y="2011680"/>
            <a:ext cx="2286000" cy="2286000"/>
          </a:xfrm>
          <a:prstGeom prst="ellipse">
            <a:avLst/>
          </a:prstGeom>
          <a:solidFill>
            <a:srgbClr val="000000">
              <a:alpha val="1000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22860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</a:rPr>
              <a:t>$1.5B</a:t>
            </a:r>
            <a:endParaRPr lang="en-US" sz="26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</a:rPr>
              <a:t>SAM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India sports tech</a:t>
            </a:r>
            <a:endParaRPr lang="en-US" sz="26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by 2033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92240" y="2468880"/>
            <a:ext cx="1645920" cy="1645920"/>
          </a:xfrm>
          <a:prstGeom prst="ellipse">
            <a:avLst/>
          </a:prstGeom>
          <a:solidFill>
            <a:srgbClr val="C8FF00">
              <a:alpha val="30000"/>
            </a:srgbClr>
          </a:solidFill>
          <a:ln w="25400">
            <a:solidFill>
              <a:srgbClr val="A3C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6060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</a:rPr>
              <a:t>$50M</a:t>
            </a:r>
            <a:endParaRPr lang="en-US" sz="2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</a:rPr>
              <a:t>SOM</a:t>
            </a:r>
            <a:endParaRPr lang="en-US" sz="2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Grassroots athlete</a:t>
            </a:r>
            <a:endParaRPr lang="en-US" sz="2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platforms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Deloitte &amp; Google India Sports Market Report, IMARC India Sports Technology Market 2033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 with Premium Upgrades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365760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— Athletes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 &amp; upload highlights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1576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teams &amp; tournaments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981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feed, follow &amp; connect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8386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438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rankings &amp; stats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67912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160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54880" y="1645920"/>
            <a:ext cx="3657600" cy="2926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1"/>
          <p:cNvSpPr/>
          <p:nvPr/>
        </p:nvSpPr>
        <p:spPr>
          <a:xfrm>
            <a:off x="4754880" y="1645920"/>
            <a:ext cx="3657600" cy="5029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9" name="Text 12"/>
          <p:cNvSpPr/>
          <p:nvPr/>
        </p:nvSpPr>
        <p:spPr>
          <a:xfrm>
            <a:off x="475488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— Coaches &amp; Scouts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33172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athlete search &amp; filters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1576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9496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access to top-ranked players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99816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94960" y="30540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&amp; reports</a:t>
            </a:r>
            <a:endParaRPr lang="en-US" sz="11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483864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394960" y="3438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&amp; trust signals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867912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39496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creation tools</a:t>
            </a:r>
            <a:endParaRPr lang="en-US" sz="1100" dirty="0"/>
          </a:p>
        </p:txBody>
      </p:sp>
      <p:sp>
        <p:nvSpPr>
          <p:cNvPr id="30" name="Text 18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revenue: Tournament fees  |  Sponsored placements  |  Data &amp; analytics API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PROJECTIONS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19" y="777240"/>
            <a:ext cx="78154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 to 1M Users &amp; $10M ARR by Year 3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$6M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66160" y="155448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490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490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4904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$10M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0" y="1554480"/>
            <a:ext cx="25603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$90K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836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$3.5M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583680" y="3337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$15M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31520" y="4069080"/>
            <a:ext cx="7680960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 (BASE CASE)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43708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subscriptions ~55%  |  Streaming rights &amp; tournament fees ~25%  |  Data &amp; API + analytics ~15%  |  Sponsorships ~5%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983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1 MILLION USERS BY YEAR 3  |  Coach 499/mo  |  Scout/Academy 1,499/mo  |  Streaming rights to OTT &amp; sponsors  |  Federation &amp; fantasy/brand data API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is Live — Early Signals are Strong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2560320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signups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marketing spend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6459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2560320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Live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Basketball, Football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Cricket supported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45920"/>
            <a:ext cx="2560320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Shipped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MVP with social,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tournaments, rankings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768096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4224528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&amp; Research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35808" y="4224528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Development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56048" y="4224528"/>
            <a:ext cx="146304" cy="14630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76288" y="4224528"/>
            <a:ext cx="146304" cy="146304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Raise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709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 with Tournaments, Expand with Network Effects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914400" cy="868680"/>
          </a:xfrm>
          <a:prstGeom prst="rect">
            <a:avLst/>
          </a:prstGeom>
          <a:solidFill>
            <a:srgbClr val="C8F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9202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the Network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1965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tournament organizers in 2-3 cities. Every tournament onboards 50-100 athletes and their coaches automatically.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Q2-Q3 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743200"/>
            <a:ext cx="914400" cy="8686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92024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Growth Loops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92024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invite teammates. Coaches share profiles. Rankings create public-facing content that drives organic SEO and social sharing.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31520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3840480"/>
            <a:ext cx="914400" cy="86868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776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92024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Lock-in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2024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rankings &amp; highlight history create switching costs. Scouts and coaches depend on the platform for recruitment pipelines.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31520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" y="4663440"/>
            <a:ext cx="7680960" cy="91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Each tournament is a distribution event that seeds our network with verified, active athletes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One Owns This Space Yet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For 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Hudl 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SportsEngine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Athlete Profiles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 Videos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Sport-Specific Stats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Rankings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 One is the only platform that combines social networking + tournaments + rankings in one India-first experience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Athletes Building for Athletes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1828800"/>
            <a:ext cx="914400" cy="914400"/>
          </a:xfrm>
          <a:prstGeom prst="ellipse">
            <a:avLst/>
          </a:prstGeom>
          <a:solidFill>
            <a:srgbClr val="222222"/>
          </a:solidFill>
          <a:ln w="317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Product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competitive athlete with deep understanding of the grassroots sports ecosystem. Drives product vision, strategy, and go-to-market.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645920"/>
            <a:ext cx="365760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828800"/>
            <a:ext cx="914400" cy="914400"/>
          </a:xfrm>
          <a:prstGeom prst="ellipse">
            <a:avLst/>
          </a:prstGeom>
          <a:solidFill>
            <a:srgbClr val="222222"/>
          </a:solidFill>
          <a:ln w="31750">
            <a:solidFill>
              <a:srgbClr val="C8FF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12064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Engineering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120640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 who built the entire MVP. React, Node.js, PostgreSQL, real-time systems. Ships fast with production-grade quality.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lived this problem. We built the solution. Now we’re scaling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 $150K Pre-Seed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463040"/>
          <a:ext cx="3657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1645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949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1 full-stack engineer, cloud infrastructure, mobile app polish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0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9496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9496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partnerships, campus ambassador program, social media marketing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0" y="3017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949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9496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compliance, accounting, founder salaries (minimal)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3703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39496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9496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unexpected costs and opportunities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4526280"/>
            <a:ext cx="7680960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572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TARGETS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0" y="4572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athletes  |  50 tournaments hosted  |  500 coaches/scouts  |  Revenue from premium tier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solidFill>
            <a:srgbClr val="000000"/>
          </a:solidFill>
          <a:ln w="38100">
            <a:solidFill>
              <a:srgbClr val="C8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great athlete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deserves to be seen.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931920" y="2560320"/>
            <a:ext cx="12801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834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 One is building the infrastructure layer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India’s next generation of sports talent.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talk.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sahildesai1107@gmail.com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985</Words>
  <Application>Microsoft Macintosh PowerPoint</Application>
  <PresentationFormat>On-screen Show (16:9)</PresentationFormat>
  <Paragraphs>227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For One - Pre-Seed Pitch Deck</dc:title>
  <dc:subject>PptxGenJS Presentation</dc:subject>
  <dc:creator>All For One</dc:creator>
  <cp:lastModifiedBy>Sahil Desai</cp:lastModifiedBy>
  <cp:revision>2</cp:revision>
  <dcterms:created xsi:type="dcterms:W3CDTF">2026-04-05T13:44:30Z</dcterms:created>
  <dcterms:modified xsi:type="dcterms:W3CDTF">2026-04-06T13:46:04Z</dcterms:modified>
</cp:coreProperties>
</file>